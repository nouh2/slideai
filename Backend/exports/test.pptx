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0000"/>
                </a:solidFill>
              </a:rPr>
              <a:t>Révolutionner la Conduite avec la BMW 330e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Le Problème du Transport Tradionnel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Découvrez la BMW 330e : L'Équilibre Parfait entre Performance et Écologie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2025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A90E2"/>
                </a:solidFill>
              </a:rPr>
              <a:t>Notre Solution : BMW 330e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Découvrez la BMW 330e : L'Équilibre Parfait entre Performance et Écologie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2025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Pourquoi Choisir la BMW 330e?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Découvrez la BMW 330e : L'Équilibre Parfait entre Performance et Écologie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2025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Chiffres Clés pour la BMW 330e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Découvrez la BMW 330e : L'Équilibre Parfait entre Performance et Écologie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2025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Ce Que Disent Nos Conducteurs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Découvrez la BMW 330e : L'Équilibre Parfait entre Performance et Écologie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2025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0000"/>
                </a:solidFill>
              </a:rPr>
              <a:t>Prenez le Virage Écologique avec la BMW 330e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SlideAI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Découvrez la BMW 330e : L'Équilibre Parfait entre Performance et Écologie</dc:title>
  <dc:subject>L'avenir de la conduite durable</dc:subject>
  <dc:creator>SlideAI</dc:creator>
  <cp:lastModifiedBy>SlideAI</cp:lastModifiedBy>
  <cp:revision>1</cp:revision>
  <dcterms:created xsi:type="dcterms:W3CDTF">2025-11-25T20:10:10Z</dcterms:created>
  <dcterms:modified xsi:type="dcterms:W3CDTF">2025-11-25T20:10:10Z</dcterms:modified>
</cp:coreProperties>
</file>